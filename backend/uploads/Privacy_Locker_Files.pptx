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7"/>
  </p:notesMasterIdLst>
  <p:handoutMasterIdLst>
    <p:handoutMasterId r:id="rId18"/>
  </p:handoutMasterIdLst>
  <p:sldIdLst>
    <p:sldId id="277" r:id="rId4"/>
    <p:sldId id="399" r:id="rId5"/>
    <p:sldId id="400" r:id="rId6"/>
    <p:sldId id="408" r:id="rId7"/>
    <p:sldId id="401" r:id="rId8"/>
    <p:sldId id="402" r:id="rId9"/>
    <p:sldId id="403" r:id="rId10"/>
    <p:sldId id="404" r:id="rId11"/>
    <p:sldId id="409" r:id="rId12"/>
    <p:sldId id="410" r:id="rId13"/>
    <p:sldId id="405" r:id="rId14"/>
    <p:sldId id="406" r:id="rId15"/>
    <p:sldId id="40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9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2" y="1476030"/>
            <a:ext cx="6605524" cy="2629440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dirty="0"/>
              <a:t>Submitted in the partial fulfillment for the award of the </a:t>
            </a: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COMPUTER SCIENCE &amp;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dirty="0"/>
              <a:t> SCIENCE &amp; ENGINEERING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dirty="0"/>
              <a:t>DISCOVER . </a:t>
            </a:r>
            <a:r>
              <a:rPr dirty="0">
                <a:solidFill>
                  <a:srgbClr val="FF0000"/>
                </a:solidFill>
              </a:rPr>
              <a:t>LEARN</a:t>
            </a:r>
            <a:r>
              <a:rPr dirty="0"/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579" y="6019560"/>
            <a:ext cx="605132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dirty="0">
                <a:solidFill>
                  <a:srgbClr val="FF0000"/>
                </a:solidFill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433118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b="1" dirty="0"/>
              <a:t>Submitted by</a:t>
            </a:r>
            <a:r>
              <a:rPr dirty="0"/>
              <a:t>: </a:t>
            </a:r>
          </a:p>
          <a:p>
            <a:r>
              <a:rPr dirty="0"/>
              <a:t>Sezal(24BAI70653)</a:t>
            </a:r>
          </a:p>
          <a:p>
            <a:r>
              <a:rPr dirty="0"/>
              <a:t>Samir(24BAI70664)</a:t>
            </a:r>
          </a:p>
          <a:p>
            <a:r>
              <a:rPr dirty="0"/>
              <a:t>Web Technologies / Full Stack Development 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42164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b="1" dirty="0"/>
              <a:t>Under the Supervision of:</a:t>
            </a:r>
            <a:r>
              <a:rPr dirty="0"/>
              <a:t> </a:t>
            </a:r>
            <a:endParaRPr lang="en-US" sz="2000" dirty="0"/>
          </a:p>
          <a:p>
            <a:r>
              <a:rPr dirty="0"/>
              <a:t>Ms. Aman Sekhon </a:t>
            </a:r>
          </a:p>
          <a:p>
            <a:r>
              <a:rPr dirty="0"/>
              <a:t>Chandigarh University, Mohali | 2024-2025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DF1FA-8C58-6DC3-4934-762CC7B97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538" y="595468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Arial Black" pitchFamily="34" charset="0"/>
              </a:rPr>
              <a:t>Privacy Locker</a:t>
            </a:r>
            <a:endParaRPr lang="en-US" sz="3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dirty="0"/>
              <a:t>Introduction to Project</a:t>
            </a:r>
          </a:p>
          <a:p>
            <a:r>
              <a:rPr dirty="0"/>
              <a:t>Problem Formulation</a:t>
            </a:r>
          </a:p>
          <a:p>
            <a:r>
              <a:rPr dirty="0"/>
              <a:t>Objectives of the work </a:t>
            </a:r>
          </a:p>
          <a:p>
            <a:r>
              <a:rPr dirty="0"/>
              <a:t>Methodology used</a:t>
            </a:r>
          </a:p>
          <a:p>
            <a:r>
              <a:rPr dirty="0"/>
              <a:t>Results and Outputs</a:t>
            </a:r>
          </a:p>
          <a:p>
            <a:r>
              <a:rPr dirty="0"/>
              <a:t>Conclusion</a:t>
            </a:r>
          </a:p>
          <a:p>
            <a:r>
              <a:rPr dirty="0"/>
              <a:t>Future Scope</a:t>
            </a:r>
          </a:p>
          <a:p>
            <a:r>
              <a:rPr dirty="0"/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Privacy Locker is a full-stack web application for secure, private file storage and management.</a:t>
            </a:r>
          </a:p>
          <a:p>
            <a:r>
              <a:rPr dirty="0"/>
              <a:t>Built with React.js (frontend), Node.js + Express.js (backend), and </a:t>
            </a:r>
            <a:r>
              <a:rPr dirty="0" err="1"/>
              <a:t>Cloudinary</a:t>
            </a:r>
            <a:r>
              <a:rPr dirty="0"/>
              <a:t> (secure file storage).</a:t>
            </a:r>
          </a:p>
          <a:p>
            <a:r>
              <a:rPr dirty="0"/>
              <a:t>Features JWT-based authentication,</a:t>
            </a:r>
            <a:r>
              <a:rPr lang="en-IN" dirty="0"/>
              <a:t> AES-encrypted file storage</a:t>
            </a:r>
            <a:r>
              <a:rPr dirty="0"/>
              <a:t> </a:t>
            </a:r>
            <a:r>
              <a:rPr lang="en-IN" dirty="0"/>
              <a:t>and </a:t>
            </a:r>
            <a:r>
              <a:rPr dirty="0"/>
              <a:t>secure file upload/download/delete</a:t>
            </a:r>
            <a:r>
              <a:rPr lang="en-IN" dirty="0"/>
              <a:t>.</a:t>
            </a:r>
          </a:p>
          <a:p>
            <a:r>
              <a:rPr lang="en-US" dirty="0"/>
              <a:t>Files are encrypted using AES (</a:t>
            </a:r>
            <a:r>
              <a:rPr lang="en-US" dirty="0" err="1"/>
              <a:t>CryptoJS</a:t>
            </a:r>
            <a:r>
              <a:rPr lang="en-US" dirty="0"/>
              <a:t>) before being stored in </a:t>
            </a:r>
            <a:r>
              <a:rPr lang="en-US" dirty="0" err="1"/>
              <a:t>Cloudinary</a:t>
            </a:r>
            <a:r>
              <a:rPr lang="en-US" dirty="0"/>
              <a:t>.</a:t>
            </a:r>
            <a:endParaRPr dirty="0"/>
          </a:p>
          <a:p>
            <a:r>
              <a:rPr dirty="0"/>
              <a:t>Deployed on Render cloud platform with CI/CD automation via GitHub Actions.</a:t>
            </a:r>
          </a:p>
          <a:p>
            <a:r>
              <a:rPr dirty="0"/>
              <a:t>Live at: https://privacy-locker.onrender.com/ | Source: github.com/</a:t>
            </a:r>
            <a:r>
              <a:rPr dirty="0" err="1"/>
              <a:t>sezal</a:t>
            </a:r>
            <a:r>
              <a:rPr dirty="0"/>
              <a:t>-jpg/Privacy-Locker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Growing digital privacy concerns: files stored on mainstream platforms lack user-controlled encryption.</a:t>
            </a:r>
          </a:p>
          <a:p>
            <a:r>
              <a:t>Google Drive, Dropbox, OneDrive process user data under commercial policies without user-level encryption.</a:t>
            </a:r>
          </a:p>
          <a:p>
            <a:r>
              <a:t>Privacy Locker places control in user hands: only authenticated, authorized users can access stored files.</a:t>
            </a:r>
          </a:p>
          <a:p>
            <a:r>
              <a:t>Target users: individuals, professionals handling sensitive documents, and students/developers.</a:t>
            </a:r>
          </a:p>
          <a:p>
            <a:r>
              <a:t>Course: Web Technologies / Full Stack Development | Chandigarh University, 2024-2025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Users lack a simple, self-deployable file storage solution that guarantees data privacy.</a:t>
            </a:r>
          </a:p>
          <a:p>
            <a:r>
              <a:t>Existing platforms (Google Drive, Dropbox) do not provide transparent control over file access.</a:t>
            </a:r>
          </a:p>
          <a:p>
            <a:r>
              <a:t>Commercial services may share or process user data for advertising under their terms of service.</a:t>
            </a:r>
          </a:p>
          <a:p>
            <a:r>
              <a:t>Self-hosted solutions like Nextcloud require complex server infrastructure beyond typical student setup.</a:t>
            </a:r>
          </a:p>
          <a:p>
            <a:r>
              <a:t>No lightweight, open-source, JWT-secured file locker exists for individual deployment with modern full-stack 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 a responsive React.js frontend for seamless user experience (upload,</a:t>
            </a:r>
            <a:r>
              <a:rPr lang="en-IN" dirty="0"/>
              <a:t> </a:t>
            </a:r>
            <a:r>
              <a:rPr dirty="0"/>
              <a:t>download, delete files).</a:t>
            </a:r>
          </a:p>
          <a:p>
            <a:r>
              <a:rPr dirty="0"/>
              <a:t>Implement a secure REST API backend using Node.js and Express.js.</a:t>
            </a:r>
          </a:p>
          <a:p>
            <a:r>
              <a:rPr dirty="0"/>
              <a:t>Provide user authentication and session management using JSON Web Tokens (JWT).</a:t>
            </a:r>
          </a:p>
          <a:p>
            <a:r>
              <a:rPr dirty="0"/>
              <a:t>Enable secure file upload, storage, and retrieval with Docker persistent volume management.</a:t>
            </a:r>
          </a:p>
          <a:p>
            <a:r>
              <a:rPr dirty="0"/>
              <a:t>Deploy on Render cloud platform with automated CI/CD pipelines via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Three-Tier Architecture: React.js SPA (Nginx:3000) → Express API (Node.js:5000) → </a:t>
            </a:r>
            <a:r>
              <a:rPr dirty="0" err="1"/>
              <a:t>Cloudinary</a:t>
            </a:r>
            <a:r>
              <a:rPr dirty="0"/>
              <a:t> (</a:t>
            </a:r>
            <a:r>
              <a:rPr lang="en-IN" dirty="0"/>
              <a:t>cloud storage</a:t>
            </a:r>
            <a:r>
              <a:rPr dirty="0"/>
              <a:t>).</a:t>
            </a:r>
          </a:p>
          <a:p>
            <a:r>
              <a:rPr dirty="0"/>
              <a:t>Authentication Flow: User registers → password hashed (</a:t>
            </a:r>
            <a:r>
              <a:rPr dirty="0" err="1"/>
              <a:t>bcrypt</a:t>
            </a:r>
            <a:r>
              <a:rPr dirty="0"/>
              <a:t>) → login returns signed JWT → token authorizes file endpoints.</a:t>
            </a:r>
          </a:p>
          <a:p>
            <a:r>
              <a:rPr dirty="0"/>
              <a:t>File Flow: </a:t>
            </a:r>
            <a:r>
              <a:rPr lang="en-US" dirty="0"/>
              <a:t>File → Base64 → AES Encryption → Uploaded to </a:t>
            </a:r>
            <a:r>
              <a:rPr lang="en-US" dirty="0" err="1"/>
              <a:t>Cloudinary</a:t>
            </a:r>
            <a:r>
              <a:rPr lang="en-US" dirty="0"/>
              <a:t> (raw storage)</a:t>
            </a:r>
          </a:p>
          <a:p>
            <a:r>
              <a:rPr lang="en-IN" dirty="0"/>
              <a:t>Deployment: Render cloud platform</a:t>
            </a:r>
            <a:endParaRPr dirty="0"/>
          </a:p>
          <a:p>
            <a:r>
              <a:rPr dirty="0"/>
              <a:t>CI/CD: GitHub repo → GitHub Actions (build &amp; test) → Render deploy hook → live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Outputs –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Frontend: React.js (SPA) | Backend: Node.js + Express.js (REST API) | </a:t>
            </a:r>
            <a:r>
              <a:rPr lang="en-IN" dirty="0"/>
              <a:t>Storage</a:t>
            </a:r>
            <a:r>
              <a:rPr dirty="0"/>
              <a:t>: </a:t>
            </a:r>
            <a:r>
              <a:rPr dirty="0" err="1"/>
              <a:t>Cloudinary</a:t>
            </a:r>
            <a:r>
              <a:rPr dirty="0"/>
              <a:t>.</a:t>
            </a:r>
          </a:p>
          <a:p>
            <a:r>
              <a:rPr dirty="0"/>
              <a:t>Auth API: POST /</a:t>
            </a:r>
            <a:r>
              <a:rPr dirty="0" err="1"/>
              <a:t>api</a:t>
            </a:r>
            <a:r>
              <a:rPr dirty="0"/>
              <a:t>/auth/register (no auth) | POST /</a:t>
            </a:r>
            <a:r>
              <a:rPr dirty="0" err="1"/>
              <a:t>api</a:t>
            </a:r>
            <a:r>
              <a:rPr dirty="0"/>
              <a:t>/auth/login → returns JWT.</a:t>
            </a:r>
          </a:p>
          <a:p>
            <a:r>
              <a:rPr dirty="0"/>
              <a:t>File API (JWT required): GET /</a:t>
            </a:r>
            <a:r>
              <a:rPr dirty="0" err="1"/>
              <a:t>api</a:t>
            </a:r>
            <a:r>
              <a:rPr dirty="0"/>
              <a:t>/files | POST /</a:t>
            </a:r>
            <a:r>
              <a:rPr dirty="0" err="1"/>
              <a:t>api</a:t>
            </a:r>
            <a:r>
              <a:rPr dirty="0"/>
              <a:t>/files/upload | Download</a:t>
            </a:r>
            <a:r>
              <a:rPr lang="en-IN" dirty="0"/>
              <a:t> handled</a:t>
            </a:r>
            <a:r>
              <a:rPr dirty="0"/>
              <a:t> via </a:t>
            </a:r>
            <a:r>
              <a:rPr dirty="0" err="1"/>
              <a:t>Cloudinary</a:t>
            </a:r>
            <a:r>
              <a:rPr dirty="0"/>
              <a:t> URL (encrypted file) | DELETE /</a:t>
            </a:r>
            <a:r>
              <a:rPr dirty="0" err="1"/>
              <a:t>api</a:t>
            </a:r>
            <a:r>
              <a:rPr dirty="0"/>
              <a:t>/files/:id.</a:t>
            </a:r>
          </a:p>
          <a:p>
            <a:r>
              <a:rPr lang="en-US" dirty="0"/>
              <a:t>User data stored temporarily (in-memory)</a:t>
            </a:r>
            <a:br>
              <a:rPr lang="en-US" dirty="0"/>
            </a:br>
            <a:r>
              <a:rPr lang="en-US" dirty="0"/>
              <a:t>Files stored in </a:t>
            </a:r>
            <a:r>
              <a:rPr lang="en-US" dirty="0" err="1"/>
              <a:t>Cloudinary</a:t>
            </a:r>
            <a:endParaRPr lang="en-US" dirty="0"/>
          </a:p>
          <a:p>
            <a:r>
              <a:rPr lang="en-IN" dirty="0"/>
              <a:t>Deployment: Render cloud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9448"/>
            <a:ext cx="10515600" cy="1325563"/>
          </a:xfrm>
        </p:spPr>
        <p:txBody>
          <a:bodyPr/>
          <a:lstStyle/>
          <a:p>
            <a:r>
              <a:rPr dirty="0"/>
              <a:t>Results &amp; Outputs –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r>
              <a:rPr lang="en-IN" dirty="0"/>
              <a:t>Deployment: Render cloud platform.</a:t>
            </a:r>
            <a:endParaRPr dirty="0"/>
          </a:p>
          <a:p>
            <a:r>
              <a:rPr dirty="0"/>
              <a:t>TC-01 to TC-03: User Registration and Login (valid/invalid credentials) – PASS.</a:t>
            </a:r>
          </a:p>
          <a:p>
            <a:r>
              <a:rPr dirty="0"/>
              <a:t>TC-04 to TC-06: File Upload, Download, and Delete operations – PASS.</a:t>
            </a:r>
          </a:p>
          <a:p>
            <a:r>
              <a:rPr dirty="0"/>
              <a:t>TC-07: Unauthenticated access returns HTTP 401 Unauthorized – PASS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Outputs – Performance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API response time: 1-2 seconds under normal load on Render free tier.</a:t>
            </a:r>
          </a:p>
          <a:p>
            <a:r>
              <a:t>Cold start on Render free tier: 20-30 seconds (container spin-down policy).</a:t>
            </a:r>
          </a:p>
          <a:p>
            <a:r>
              <a:t>File uploads up to 10 MB tested successfully; Cloudinary queries return in under 100 ms.</a:t>
            </a:r>
          </a:p>
          <a:p>
            <a:r>
              <a:t>Key screens: Login/Register page, Dashboard (file list with Download/Delete), File Upload with progress feedback.</a:t>
            </a:r>
          </a:p>
          <a:p>
            <a:r>
              <a:t>Responsive UI accessible on desktop and mobile browsers; file ops completed in 2 clicks or fewer.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Privacy Locker successfully demonstrates a privacy-first, full-stack file storage system using modern web tech.</a:t>
            </a:r>
          </a:p>
          <a:p>
            <a:r>
              <a:rPr dirty="0"/>
              <a:t>All stated objectives achieved: JWT auth, private file management, Docker deployment, and automated CI/CD.</a:t>
            </a:r>
          </a:p>
          <a:p>
            <a:r>
              <a:rPr dirty="0"/>
              <a:t>Application is live and fully functional at https://privacy-locker.onrender.com/</a:t>
            </a:r>
          </a:p>
          <a:p>
            <a:r>
              <a:rPr dirty="0"/>
              <a:t>Open source code available at github.com/</a:t>
            </a:r>
            <a:r>
              <a:rPr dirty="0" err="1"/>
              <a:t>sezal</a:t>
            </a:r>
            <a:r>
              <a:rPr dirty="0"/>
              <a:t>-jpg/Privacy-Locker.</a:t>
            </a:r>
          </a:p>
          <a:p>
            <a:r>
              <a:rPr dirty="0"/>
              <a:t>Provided hands-on experience in full-stack development, security, and DevOps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Encryption: client-side file encryption before upload so server never accesses plaintext content.</a:t>
            </a:r>
          </a:p>
          <a:p>
            <a:r>
              <a:t>File Sharing: time-limited, shareable download links for specific files.</a:t>
            </a:r>
          </a:p>
          <a:p>
            <a:r>
              <a:t>Storage Quotas &amp; File Preview: per-user limits with usage dashboards; in-browser preview for images, PDFs, and text files.</a:t>
            </a:r>
          </a:p>
          <a:p>
            <a:r>
              <a:t>Two-Factor Authentication (2FA): TOTP-based 2FA for enhanced login security.</a:t>
            </a:r>
          </a:p>
          <a:p>
            <a:r>
              <a:t>Mobile App &amp; Kubernetes: React Native mobile client and Kubernetes migration for production-grade horizontal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9054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[1] React Documentation – https://react.dev/learn (Accessed April 2025)</a:t>
            </a:r>
          </a:p>
          <a:p>
            <a:r>
              <a:rPr dirty="0"/>
              <a:t>[2] Node.js Documentation – https://nodejs.org/en/docs (Accessed April 2025)</a:t>
            </a:r>
          </a:p>
          <a:p>
            <a:r>
              <a:rPr dirty="0"/>
              <a:t>[3] Express.js Guide – https://expressjs.com/en/guide (Accessed April 2025)</a:t>
            </a:r>
          </a:p>
          <a:p>
            <a:r>
              <a:rPr dirty="0"/>
              <a:t>[4] </a:t>
            </a:r>
            <a:r>
              <a:rPr dirty="0" err="1"/>
              <a:t>Cloudinary</a:t>
            </a:r>
            <a:r>
              <a:rPr dirty="0"/>
              <a:t> Documentation – https://www.</a:t>
            </a:r>
            <a:r>
              <a:rPr lang="en-IN" dirty="0" err="1"/>
              <a:t>cloudinary</a:t>
            </a:r>
            <a:r>
              <a:rPr dirty="0"/>
              <a:t>.com/docs/ (Accessed April 2025)</a:t>
            </a:r>
          </a:p>
          <a:p>
            <a:r>
              <a:rPr dirty="0"/>
              <a:t>[5] JWT Introduction – https://jwt.io/introduction | [6] Docker Docs – https://docs.docker.com/</a:t>
            </a:r>
          </a:p>
          <a:p>
            <a:r>
              <a:rPr dirty="0"/>
              <a:t>[</a:t>
            </a:r>
            <a:r>
              <a:rPr lang="en-IN" dirty="0"/>
              <a:t>6</a:t>
            </a:r>
            <a:r>
              <a:rPr dirty="0"/>
              <a:t>] GitHub Actions – https://docs.github.com/en/actions | [8] Render Docs – https://render.com/docs</a:t>
            </a:r>
          </a:p>
          <a:p>
            <a:r>
              <a:rPr dirty="0"/>
              <a:t>[</a:t>
            </a:r>
            <a:r>
              <a:rPr lang="en-IN" dirty="0"/>
              <a:t>7</a:t>
            </a:r>
            <a:r>
              <a:rPr dirty="0"/>
              <a:t>] Privacy Locker GitHub – https://github.com/sezal-jpg/Privacy-Locker</a:t>
            </a:r>
          </a:p>
          <a:p>
            <a:r>
              <a:rPr dirty="0"/>
              <a:t>[</a:t>
            </a:r>
            <a:r>
              <a:rPr lang="en-IN" dirty="0"/>
              <a:t>8</a:t>
            </a:r>
            <a:r>
              <a:rPr dirty="0"/>
              <a:t>] Privacy Locker Live Demo – https://privacy-locker.onrender.com/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6139</TotalTime>
  <Words>1150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Background &amp; Purpose</vt:lpstr>
      <vt:lpstr>Problem Formulation</vt:lpstr>
      <vt:lpstr>Objectives of the Work</vt:lpstr>
      <vt:lpstr>Methodology used</vt:lpstr>
      <vt:lpstr>Results &amp; Outputs – Technology Stack</vt:lpstr>
      <vt:lpstr>Results &amp; Outputs – Testing</vt:lpstr>
      <vt:lpstr>Results &amp; Outputs – Performance &amp; UI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Sezal dhiman</cp:lastModifiedBy>
  <cp:revision>497</cp:revision>
  <dcterms:created xsi:type="dcterms:W3CDTF">2019-01-09T10:33:58Z</dcterms:created>
  <dcterms:modified xsi:type="dcterms:W3CDTF">2026-04-23T17:16:58Z</dcterms:modified>
</cp:coreProperties>
</file>